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0" r:id="rId4"/>
    <p:sldId id="261" r:id="rId5"/>
    <p:sldId id="267" r:id="rId6"/>
    <p:sldId id="268" r:id="rId7"/>
    <p:sldId id="270" r:id="rId8"/>
    <p:sldId id="258" r:id="rId9"/>
    <p:sldId id="272" r:id="rId10"/>
    <p:sldId id="259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49195"/>
            <a:ext cx="9144000" cy="1958975"/>
          </a:xfrm>
        </p:spPr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基于OSRM框架的跨楼层导航算法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GeoJSON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JSON——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JavaScript Object Notation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GeoJSON是用JavaScript Object Notation的语法表达和储存地理数据。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地理要素分为点，多点，线，多线，面，多面，几何集合。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对不同地理要素之间标上来往方向就形成了有向图。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97065" y="49212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有向无环图（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DAG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定义：在有向图中，如果存在从一个顶点出发，经过若干条边无法回到该点。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有向图转为有向无环图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  <a:sym typeface="+mn-ea"/>
              </a:rPr>
              <a:t>对于给定的起点，对有向图删除回边。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拓扑排序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一个有向无环图的所有定点的线性序列。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例如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798142-20160716225403748-3247008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2380" y="1844040"/>
            <a:ext cx="4333240" cy="43332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38200" y="4577080"/>
            <a:ext cx="793750" cy="751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23925" y="4662805"/>
            <a:ext cx="836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endParaRPr lang="en-US" altLang="zh-CN"/>
          </a:p>
          <a:p>
            <a:r>
              <a:rPr lang="en-US" altLang="zh-CN"/>
              <a:t>G    H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2969895" y="3009900"/>
            <a:ext cx="1556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    A            B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 start          C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9" name="图片 8" descr="截屏2020-04-0515.19.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665" y="2864485"/>
            <a:ext cx="2692400" cy="22733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263255" y="2409190"/>
            <a:ext cx="2670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简图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——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有向无环图（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DAG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截屏2020-04-0515.19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2055" y="2774315"/>
            <a:ext cx="2692400" cy="22733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36135" y="3375025"/>
            <a:ext cx="2510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start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出发，删除所有指向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start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的箭头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11" name="图片 10" descr="截屏2020-04-0515.20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55" y="2774315"/>
            <a:ext cx="2692400" cy="2273300"/>
          </a:xfrm>
          <a:prstGeom prst="rect">
            <a:avLst/>
          </a:prstGeom>
        </p:spPr>
      </p:pic>
      <p:pic>
        <p:nvPicPr>
          <p:cNvPr id="12" name="图片 11" descr="截屏2020-04-0515.29.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710" y="4684395"/>
            <a:ext cx="2481580" cy="1767840"/>
          </a:xfrm>
          <a:prstGeom prst="rect">
            <a:avLst/>
          </a:prstGeom>
        </p:spPr>
      </p:pic>
      <p:sp>
        <p:nvSpPr>
          <p:cNvPr id="16" name="标题 1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有向无环图（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DAG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417060" y="6452235"/>
            <a:ext cx="2992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有向图转为有向无环拓扑图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截屏2020-04-0515.20.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335" y="2839085"/>
            <a:ext cx="2692400" cy="22733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636135" y="3375025"/>
            <a:ext cx="25101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，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C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出发，删除所有指向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，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C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的箭头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9" name="图片 8" descr="截屏2020-04-0515.22.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455" y="2839085"/>
            <a:ext cx="2692400" cy="2273300"/>
          </a:xfrm>
          <a:prstGeom prst="rect">
            <a:avLst/>
          </a:prstGeom>
        </p:spPr>
      </p:pic>
      <p:pic>
        <p:nvPicPr>
          <p:cNvPr id="12" name="图片 11" descr="截屏2020-04-0515.34.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5330" y="4534535"/>
            <a:ext cx="2692400" cy="1917700"/>
          </a:xfrm>
          <a:prstGeom prst="rect">
            <a:avLst/>
          </a:prstGeom>
        </p:spPr>
      </p:pic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有向无环图（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DAG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17060" y="6452235"/>
            <a:ext cx="2992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有向图转为有向无环拓扑图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Astar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open list</a:t>
            </a:r>
            <a:r>
              <a:rPr lang="en-US" altLang="zh-CN" i="1">
                <a:latin typeface="微软雅黑" panose="020B0703020204020201" charset="-122"/>
                <a:ea typeface="微软雅黑" panose="020B0703020204020201" charset="-122"/>
              </a:rPr>
              <a:t> 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放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N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的所有后继节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close list 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放点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N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Astar算法每从open链表中选取一个点进行扩展，选取的原则就是每个节点的评估函数。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评估函数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F(N)=G(N)+H(N)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G(N)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表示从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start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N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的距离。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H(N)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表示从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N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end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的最短距离的</a:t>
            </a:r>
            <a:r>
              <a:rPr lang="zh-CN" altLang="en-US" u="sng">
                <a:latin typeface="微软雅黑" panose="020B0703020204020201" charset="-122"/>
                <a:ea typeface="微软雅黑" panose="020B0703020204020201" charset="-122"/>
              </a:rPr>
              <a:t>估计值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Astar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例如：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798142-20160716225403748-3247008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3970" y="2414270"/>
            <a:ext cx="3174365" cy="3174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706995" y="3625850"/>
            <a:ext cx="793750" cy="7512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792720" y="3711575"/>
            <a:ext cx="836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</a:t>
            </a:r>
            <a:endParaRPr lang="en-US" altLang="zh-CN"/>
          </a:p>
          <a:p>
            <a:r>
              <a:rPr lang="en-US" altLang="zh-CN"/>
              <a:t>G    H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Astar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算法移植与优化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算法移植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将不同平台、不同编译环境的程序代码经过修改转移到自己的系统中运行。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算法优化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1.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避免转向抖动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(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尽量往一个方向走</a:t>
            </a:r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)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2.</a:t>
            </a:r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远离障碍物（如靠近悬崖的陡峭小路等等）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en-US" altLang="zh-CN">
                <a:latin typeface="微软雅黑" panose="020B0703020204020201" charset="-122"/>
                <a:ea typeface="微软雅黑" panose="020B0703020204020201" charset="-122"/>
              </a:rPr>
              <a:t>... ...</a:t>
            </a:r>
            <a:endParaRPr lang="en-US" altLang="zh-CN">
              <a:latin typeface="微软雅黑" panose="020B0703020204020201" charset="-122"/>
              <a:ea typeface="微软雅黑" panose="020B07030202040202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97065" y="541655"/>
            <a:ext cx="4615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1-GeoJSON转为有向无环拓扑图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latin typeface="微软雅黑" panose="020B0703020204020201" charset="-122"/>
                <a:ea typeface="微软雅黑" panose="020B0703020204020201" charset="-122"/>
              </a:rPr>
              <a:t>2-Astar算法的移植和优化</a:t>
            </a:r>
            <a:endParaRPr lang="zh-CN" altLang="en-US"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3-路径转为geojson再转为geometry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  <a:p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微软雅黑" panose="020B0703020204020201" charset="-122"/>
                <a:ea typeface="微软雅黑" panose="020B0703020204020201" charset="-122"/>
              </a:rPr>
              <a:t>4-构建完整的室内外导航系统</a:t>
            </a:r>
            <a:endParaRPr lang="zh-CN" altLang="en-US">
              <a:solidFill>
                <a:schemeClr val="bg1">
                  <a:lumMod val="65000"/>
                </a:schemeClr>
              </a:solidFill>
              <a:latin typeface="微软雅黑" panose="020B0703020204020201" charset="-122"/>
              <a:ea typeface="微软雅黑" panose="020B0703020204020201" charset="-122"/>
            </a:endParaRPr>
          </a:p>
        </p:txBody>
      </p:sp>
      <p:pic>
        <p:nvPicPr>
          <p:cNvPr id="5" name="图片 4" descr="截屏2020-04-0512.28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2190" y="3446780"/>
            <a:ext cx="2747645" cy="11099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1216</Words>
  <Application>WPS 演示</Application>
  <PresentationFormat>宽屏</PresentationFormat>
  <Paragraphs>114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方正书宋_GBK</vt:lpstr>
      <vt:lpstr>Wingdings</vt:lpstr>
      <vt:lpstr>微软雅黑</vt:lpstr>
      <vt:lpstr>宋体</vt:lpstr>
      <vt:lpstr>Arial Unicode MS</vt:lpstr>
      <vt:lpstr>汉仪书宋二KW</vt:lpstr>
      <vt:lpstr>Calibri Light</vt:lpstr>
      <vt:lpstr>Helvetica Neue</vt:lpstr>
      <vt:lpstr>Calibri</vt:lpstr>
      <vt:lpstr>Office 主题</vt:lpstr>
      <vt:lpstr>基于OSRM框架的跨楼层导航算法</vt:lpstr>
      <vt:lpstr>GeoJSON</vt:lpstr>
      <vt:lpstr>有向无环图（DAG）</vt:lpstr>
      <vt:lpstr>有向无环图（DAG）</vt:lpstr>
      <vt:lpstr>有向无环图（DAG）</vt:lpstr>
      <vt:lpstr>有向无环图（DAG）</vt:lpstr>
      <vt:lpstr>Astar算法</vt:lpstr>
      <vt:lpstr>Astar算法</vt:lpstr>
      <vt:lpstr>Astar算法移植与优化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yiyujie</dc:creator>
  <cp:lastModifiedBy>yiyujie</cp:lastModifiedBy>
  <cp:revision>3</cp:revision>
  <dcterms:created xsi:type="dcterms:W3CDTF">2020-04-10T05:46:02Z</dcterms:created>
  <dcterms:modified xsi:type="dcterms:W3CDTF">2020-04-10T05:46:02Z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2052-1.1.0.1454</vt:lpwstr>
  </property>
</Properties>
</file>