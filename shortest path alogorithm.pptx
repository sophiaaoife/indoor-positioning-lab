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3"/>
    <p:sldId id="257" r:id="rId4"/>
    <p:sldId id="292" r:id="rId5"/>
    <p:sldId id="259" r:id="rId6"/>
    <p:sldId id="258" r:id="rId7"/>
    <p:sldId id="260" r:id="rId8"/>
    <p:sldId id="261" r:id="rId9"/>
    <p:sldId id="262" r:id="rId10"/>
    <p:sldId id="282" r:id="rId11"/>
    <p:sldId id="275" r:id="rId12"/>
    <p:sldId id="276" r:id="rId13"/>
    <p:sldId id="278" r:id="rId14"/>
    <p:sldId id="279" r:id="rId15"/>
    <p:sldId id="280" r:id="rId16"/>
    <p:sldId id="299" r:id="rId17"/>
    <p:sldId id="300" r:id="rId18"/>
    <p:sldId id="301" r:id="rId19"/>
    <p:sldId id="302" r:id="rId20"/>
    <p:sldId id="288" r:id="rId21"/>
    <p:sldId id="294" r:id="rId22"/>
    <p:sldId id="289" r:id="rId23"/>
    <p:sldId id="290" r:id="rId25"/>
    <p:sldId id="295" r:id="rId26"/>
    <p:sldId id="298" r:id="rId27"/>
    <p:sldId id="296" r:id="rId28"/>
    <p:sldId id="266" r:id="rId2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microsoft.com/office/2007/relationships/media" Target="/Users/yiyujie/Desktop/&#23631;&#24149;&#24405;&#21046;2020-04-2216.51.14.mov" TargetMode="External"/><Relationship Id="rId1" Type="http://schemas.openxmlformats.org/officeDocument/2006/relationships/video" Target="/Users/yiyujie/Desktop/&#23631;&#24149;&#24405;&#21046;2020-04-2216.51.14.mov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寻路算法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>
                <a:latin typeface="Arial Black" panose="020B0A04020102020204" charset="0"/>
                <a:ea typeface="微软雅黑" panose="020B0703020204020201" charset="-122"/>
              </a:rPr>
              <a:t>1853344</a:t>
            </a:r>
            <a:r>
              <a:rPr lang="en-US" altLang="zh-CN"/>
              <a:t> 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易钰洁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参考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351338"/>
          </a:xfrm>
        </p:spPr>
        <p:txBody>
          <a:bodyPr>
            <a:normAutofit fontScale="60000"/>
          </a:bodyPr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[1]贪婪最佳优先算法之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美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https://blog.csdn.net/weixin_44350205/article/details/99453513?ops_request_misc=&amp;request_id=&amp;biz_id=102&amp;utm_source=distribute.pc_search_result.none-task-blog-2~all~sobaiduweb~default-1</a:t>
            </a:r>
            <a:endParaRPr lang="en-US" altLang="zh-CN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[2]关于图的广度优先搜索（BFS）和深度优先搜索（DFS）</a:t>
            </a:r>
            <a:endParaRPr lang="en-US" altLang="zh-CN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https://blog.csdn.net/u012878643/article/details/46723375?ops_request_misc=&amp;request_id=&amp;biz_id=102&amp;utm_source=distribute.pc_search_result.none-task-blog-2~all~sobaiduweb~default-6</a:t>
            </a:r>
            <a:endParaRPr lang="en-US" altLang="zh-CN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[3]A* 寻路算法在Unity中的实现及广度优先、Djkstra、最好优先贪婪算法思想</a:t>
            </a:r>
            <a:endParaRPr lang="en-US" altLang="zh-CN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https://www.jianshu.com/p/c4b82eac25e1</a:t>
            </a:r>
            <a:endParaRPr lang="en-US" altLang="zh-CN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[4]简单易懂——Dijkstra算法讲解</a:t>
            </a:r>
            <a:endParaRPr lang="en-US" altLang="zh-CN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https://blog.csdn.net/qq_39521554/article/details/79333690?ops_request_misc=&amp;request_id=&amp;biz_id=102&amp;utm_source=distribute.pc_search_result.none-task-blog-2~all~sobaiduweb~default-1</a:t>
            </a:r>
            <a:endParaRPr lang="en-US" altLang="zh-CN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en-US" altLang="zh-CN"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0080" y="1758315"/>
            <a:ext cx="8371840" cy="3341370"/>
          </a:xfrm>
        </p:spPr>
        <p:txBody>
          <a:bodyPr/>
          <a:p>
            <a:r>
              <a:rPr lang="zh-CN" altLang="en-US" sz="3600">
                <a:latin typeface="微软雅黑" panose="020B0703020204020201" charset="-122"/>
                <a:ea typeface="微软雅黑" panose="020B0703020204020201" charset="-122"/>
                <a:sym typeface="+mn-ea"/>
              </a:rPr>
              <a:t>最好优先贪婪算法</a:t>
            </a:r>
            <a:endParaRPr lang="zh-CN" altLang="en-US" sz="3600">
              <a:latin typeface="微软雅黑" panose="020B0703020204020201" charset="-122"/>
              <a:ea typeface="微软雅黑" panose="020B0703020204020201" charset="-122"/>
              <a:sym typeface="+mn-ea"/>
            </a:endParaRPr>
          </a:p>
          <a:p>
            <a:endParaRPr lang="zh-CN" altLang="en-US" sz="3600">
              <a:latin typeface="微软雅黑" panose="020B0703020204020201" charset="-122"/>
              <a:ea typeface="微软雅黑" panose="020B0703020204020201" charset="-122"/>
              <a:sym typeface="+mn-ea"/>
            </a:endParaRPr>
          </a:p>
          <a:p>
            <a:r>
              <a:rPr lang="zh-CN" altLang="en-US" sz="3600">
                <a:latin typeface="Arial Black" panose="020B0A04020102020204" charset="0"/>
              </a:rPr>
              <a:t>Dijkstra</a:t>
            </a:r>
            <a:r>
              <a:rPr lang="zh-CN" altLang="en-US" sz="3600">
                <a:latin typeface="微软雅黑" panose="020B0703020204020201" charset="-122"/>
                <a:ea typeface="微软雅黑" panose="020B0703020204020201" charset="-122"/>
              </a:rPr>
              <a:t>算法</a:t>
            </a:r>
            <a:endParaRPr lang="zh-CN" altLang="en-US" sz="3600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 sz="36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3600">
                <a:latin typeface="微软雅黑" panose="020B0703020204020201" charset="-122"/>
                <a:ea typeface="微软雅黑" panose="020B0703020204020201" charset="-122"/>
              </a:rPr>
              <a:t>广度优先搜索</a:t>
            </a:r>
            <a:r>
              <a:rPr lang="en-US" altLang="zh-CN" sz="3600">
                <a:latin typeface="Arial Black" panose="020B0A04020102020204" charset="0"/>
                <a:ea typeface="微软雅黑" panose="020B0703020204020201" charset="-122"/>
              </a:rPr>
              <a:t>BFS</a:t>
            </a:r>
            <a:endParaRPr lang="en-US" altLang="zh-CN" sz="3600">
              <a:latin typeface="Arial Black" panose="020B0A04020102020204" charset="0"/>
              <a:ea typeface="微软雅黑" panose="020B07030202040202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最好优先贪婪算法 </a:t>
            </a:r>
            <a:endParaRPr lang="zh-CN" altLang="en-US">
              <a:latin typeface="Arial Black" panose="020B0A04020102020204" charset="0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1005"/>
            <a:ext cx="10760710" cy="4671695"/>
          </a:xfrm>
        </p:spPr>
        <p:txBody>
          <a:bodyPr>
            <a:normAutofit lnSpcReduction="20000"/>
          </a:bodyPr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没有做任何长期计划而只是马上选择最佳答案的话，就可以被认为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pPr marL="0" indent="0">
              <a:buNone/>
            </a:pP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是贪婪算法。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（在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A*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中只考虑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H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值而不考虑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G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值）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优点：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1.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运行速度是最快的。</a:t>
            </a:r>
            <a:endParaRPr lang="en-US" altLang="zh-CN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2.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在特定情况下，最优选择贪婪算法可以找到最短路径（没有障碍</a:t>
            </a:r>
            <a:endParaRPr lang="zh-CN" altLang="en-US">
              <a:latin typeface="微软雅黑" panose="020B0703020204020201" charset="-122"/>
              <a:ea typeface="微软雅黑" panose="020B07030202040202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物、没有地形移动消耗差异）。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  <a:sym typeface="+mn-ea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缺点：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贪婪算法所得到的结果往往不是最优的结果(有时候会是最优解)，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pPr marL="0" indent="0">
              <a:buNone/>
            </a:pP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但是都是相对近似(接近)最优解的结果。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两种距离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7745" y="2900045"/>
            <a:ext cx="5266055" cy="2258695"/>
          </a:xfrm>
        </p:spPr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曼哈顿距离（红线）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x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方向长度加上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y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方向长度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欧几里得距离（绿线）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直线距离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4" name="图片 3" descr="截屏2020-04-2215.54.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6550" y="2516505"/>
            <a:ext cx="3060065" cy="30257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贪婪算法不一定得到最优解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44895" y="3703955"/>
            <a:ext cx="5208905" cy="623570"/>
          </a:xfrm>
        </p:spPr>
        <p:txBody>
          <a:bodyPr/>
          <a:p>
            <a:r>
              <a:rPr lang="en-US" altLang="zh-CN">
                <a:latin typeface="Arial Black" panose="020B0A04020102020204" charset="0"/>
                <a:ea typeface="微软雅黑" panose="020B0703020204020201" charset="-122"/>
              </a:rPr>
              <a:t>h(x)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为曼哈顿距离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4" name="图片 3" descr="截屏2020-04-2216.12.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3830" y="2301240"/>
            <a:ext cx="34925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贪婪算法不一定得到最优解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4" name="图片 3" descr="截屏2020-04-2216.12.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5255" y="2300605"/>
            <a:ext cx="3492500" cy="3429000"/>
          </a:xfrm>
          <a:prstGeom prst="rect">
            <a:avLst/>
          </a:prstGeom>
        </p:spPr>
      </p:pic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44895" y="3703955"/>
            <a:ext cx="5208905" cy="623570"/>
          </a:xfrm>
        </p:spPr>
        <p:txBody>
          <a:bodyPr/>
          <a:p>
            <a:r>
              <a:rPr lang="en-US" altLang="zh-CN">
                <a:latin typeface="Arial Black" panose="020B0A04020102020204" charset="0"/>
                <a:ea typeface="微软雅黑" panose="020B0703020204020201" charset="-122"/>
              </a:rPr>
              <a:t>h(x)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为曼哈顿距离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贪婪算法不一定得到最优解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6955" y="3703320"/>
            <a:ext cx="5236845" cy="623570"/>
          </a:xfrm>
        </p:spPr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显然不是最短路径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4" name="图片 3" descr="截屏2020-04-2216.12.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400" y="2300605"/>
            <a:ext cx="34925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058160" y="2780030"/>
            <a:ext cx="6075045" cy="1297305"/>
          </a:xfrm>
        </p:spPr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贪婪寻路算法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贪婪寻路算法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29905" y="3493770"/>
            <a:ext cx="2033270" cy="545465"/>
          </a:xfrm>
        </p:spPr>
        <p:txBody>
          <a:bodyPr>
            <a:normAutofit/>
          </a:bodyPr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标记节点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4" name="图片 3" descr="截屏2020-04-2217.26.21"/>
          <p:cNvPicPr>
            <a:picLocks noChangeAspect="1"/>
          </p:cNvPicPr>
          <p:nvPr/>
        </p:nvPicPr>
        <p:blipFill>
          <a:blip r:embed="rId1"/>
          <a:srcRect r="30478" b="-372"/>
          <a:stretch>
            <a:fillRect/>
          </a:stretch>
        </p:blipFill>
        <p:spPr>
          <a:xfrm>
            <a:off x="666115" y="1604645"/>
            <a:ext cx="5421630" cy="47929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贪婪寻路算法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268335" y="3473450"/>
            <a:ext cx="1947545" cy="544195"/>
          </a:xfrm>
        </p:spPr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设置图表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6" name="图片 5" descr="截屏2020-04-2217.26.39"/>
          <p:cNvPicPr>
            <a:picLocks noChangeAspect="1"/>
          </p:cNvPicPr>
          <p:nvPr/>
        </p:nvPicPr>
        <p:blipFill>
          <a:blip r:embed="rId1"/>
          <a:srcRect r="33784" b="-633"/>
          <a:stretch>
            <a:fillRect/>
          </a:stretch>
        </p:blipFill>
        <p:spPr>
          <a:xfrm>
            <a:off x="838200" y="1579245"/>
            <a:ext cx="5163820" cy="48437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贪婪寻路算法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725920" y="3140075"/>
            <a:ext cx="4117975" cy="577850"/>
          </a:xfrm>
        </p:spPr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向上向下向左向右拓展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2" name="图片 1" descr="截屏2020-04-2217.26.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583690"/>
            <a:ext cx="4540250" cy="4836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贪婪寻路算法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471920" y="3155950"/>
            <a:ext cx="4330700" cy="545465"/>
          </a:xfrm>
        </p:spPr>
        <p:txBody>
          <a:bodyPr>
            <a:normAutofit lnSpcReduction="10000"/>
          </a:bodyPr>
          <a:p>
            <a:r>
              <a:rPr lang="en-US" altLang="zh-CN">
                <a:latin typeface="Arial Black" panose="020B0A04020102020204" charset="0"/>
                <a:ea typeface="微软雅黑" panose="020B0703020204020201" charset="-122"/>
              </a:rPr>
              <a:t>open list&amp;close list</a:t>
            </a:r>
            <a:endParaRPr lang="en-US" altLang="zh-CN">
              <a:latin typeface="Arial Black" panose="020B0A04020102020204" charset="0"/>
              <a:ea typeface="微软雅黑" panose="020B0703020204020201" charset="-122"/>
            </a:endParaRPr>
          </a:p>
        </p:txBody>
      </p:sp>
      <p:pic>
        <p:nvPicPr>
          <p:cNvPr id="2" name="图片 1" descr="截屏2020-04-2217.27.08"/>
          <p:cNvPicPr>
            <a:picLocks noChangeAspect="1"/>
          </p:cNvPicPr>
          <p:nvPr/>
        </p:nvPicPr>
        <p:blipFill>
          <a:blip r:embed="rId1"/>
          <a:srcRect r="48872" b="48"/>
          <a:stretch>
            <a:fillRect/>
          </a:stretch>
        </p:blipFill>
        <p:spPr>
          <a:xfrm>
            <a:off x="1033145" y="2769235"/>
            <a:ext cx="3987165" cy="13201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贪婪寻路算法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971030" y="3195955"/>
            <a:ext cx="3630295" cy="972820"/>
          </a:xfrm>
        </p:spPr>
        <p:txBody>
          <a:bodyPr/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h(x)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为节点到终点的曼哈顿距离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2" name="图片 1" descr="截屏2020-04-2217.27.20"/>
          <p:cNvPicPr>
            <a:picLocks noChangeAspect="1"/>
          </p:cNvPicPr>
          <p:nvPr/>
        </p:nvPicPr>
        <p:blipFill>
          <a:blip r:embed="rId1"/>
          <a:srcRect t="1244" r="24591"/>
          <a:stretch>
            <a:fillRect/>
          </a:stretch>
        </p:blipFill>
        <p:spPr>
          <a:xfrm>
            <a:off x="1233170" y="1642745"/>
            <a:ext cx="3643630" cy="47174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广度优先搜索（</a:t>
            </a:r>
            <a:r>
              <a:rPr lang="en-US" altLang="zh-CN">
                <a:latin typeface="Arial Black" panose="020B0A04020102020204" charset="0"/>
              </a:rPr>
              <a:t>BFS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）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96845" y="1691005"/>
            <a:ext cx="26676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latin typeface="微软雅黑" panose="020B0703020204020201" charset="-122"/>
                <a:ea typeface="微软雅黑" panose="020B0703020204020201" charset="-122"/>
              </a:rPr>
              <a:t>广度优先算法</a:t>
            </a:r>
            <a:endParaRPr lang="zh-CN" altLang="en-US" sz="3200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83815" y="6383020"/>
            <a:ext cx="7024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视频来源：</a:t>
            </a:r>
            <a:r>
              <a:rPr lang="zh-CN" altLang="en-US">
                <a:latin typeface="Arial Black" panose="020B0A04020102020204" charset="0"/>
              </a:rPr>
              <a:t>https://www.ituring.com.cn/article/497664</a:t>
            </a:r>
            <a:endParaRPr lang="zh-CN" altLang="en-US">
              <a:latin typeface="Arial Black" panose="020B0A04020102020204" charset="0"/>
            </a:endParaRPr>
          </a:p>
        </p:txBody>
      </p:sp>
      <p:pic>
        <p:nvPicPr>
          <p:cNvPr id="7" name="屏幕录制2020-04-2216.51.14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583815" y="2610485"/>
            <a:ext cx="6943090" cy="3436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每个节点扫描一次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为了标记一个顶点是否被发现，其邻接表是否已经被扫描，广度优先搜索采用三种颜色进行标识，即白色、灰色和黑色。 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1. 如果一个顶点没有被发现，则其颜色为白色；（未入队列） 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2. 如果一个顶点已经被发现而邻接表未被搜索，则其为灰色；（已入队列） 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3. 如果一个顶点的邻接表已经被扫描完，则其为黑色；（已出队列）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广度优先搜索（</a:t>
            </a:r>
            <a:r>
              <a:rPr lang="en-US" altLang="zh-CN">
                <a:latin typeface="Arial Black" panose="020B0A04020102020204" charset="0"/>
              </a:rPr>
              <a:t>BFS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）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50390"/>
            <a:ext cx="5266055" cy="4326890"/>
          </a:xfrm>
        </p:spPr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对于迷宫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0,1,0,0,0,</a:t>
            </a:r>
            <a:endParaRPr lang="en-US" altLang="zh-CN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0,1,0,1,0,</a:t>
            </a:r>
            <a:endParaRPr lang="en-US" altLang="zh-CN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0,0,0,0,0,</a:t>
            </a:r>
            <a:endParaRPr lang="en-US" altLang="zh-CN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0,1,1,1,0,</a:t>
            </a:r>
            <a:endParaRPr lang="en-US" altLang="zh-CN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0,0,0,1,0,</a:t>
            </a:r>
            <a:endParaRPr lang="en-US" altLang="zh-CN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(1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为障碍物，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0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为走的路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)</a:t>
            </a:r>
            <a:endParaRPr lang="en-US" altLang="zh-CN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迷宫的搜索树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——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&gt;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广度优先搜索（</a:t>
            </a:r>
            <a:r>
              <a:rPr lang="en-US" altLang="zh-CN">
                <a:latin typeface="Arial Black" panose="020B0A04020102020204" charset="0"/>
              </a:rPr>
              <a:t>BFS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）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6" name="图片 5" descr="1335725931_32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9495" y="1535430"/>
            <a:ext cx="2486025" cy="49568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优点：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广度优先搜索所计算出的距离即为源顶点到当前节点的最短距离。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缺点：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只适用于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  <a:sym typeface="+mn-ea"/>
              </a:rPr>
              <a:t>各区块移动消耗相同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广度优先搜索（</a:t>
            </a:r>
            <a:r>
              <a:rPr lang="en-US" altLang="zh-CN">
                <a:latin typeface="Arial Black" panose="020B0A04020102020204" charset="0"/>
              </a:rPr>
              <a:t>BFS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）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  <a:sym typeface="+mn-ea"/>
              </a:rPr>
              <a:t>D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ijkstra算法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相当于在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A*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算法中，只考虑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G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值而不考虑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H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值。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用数组来储存初始点到所有点的距离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63615" y="1850390"/>
            <a:ext cx="5290185" cy="4326890"/>
          </a:xfrm>
        </p:spPr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起点为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A</a:t>
            </a:r>
            <a:endParaRPr lang="en-US" altLang="zh-CN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求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A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到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B,C,D,E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的最短路径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  <a:sym typeface="+mn-ea"/>
              </a:rPr>
              <a:t>D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ijkstra算法</a:t>
            </a:r>
            <a:endParaRPr lang="zh-CN" altLang="en-US"/>
          </a:p>
        </p:txBody>
      </p:sp>
      <p:pic>
        <p:nvPicPr>
          <p:cNvPr id="5" name="图片 4" descr="截屏2020-04-2219.43.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435" y="2531745"/>
            <a:ext cx="4276090" cy="29641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82065" y="5375275"/>
            <a:ext cx="9627235" cy="1172210"/>
          </a:xfrm>
        </p:spPr>
        <p:txBody>
          <a:bodyPr>
            <a:normAutofit fontScale="90000"/>
          </a:bodyPr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S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数组中是确定的最短距离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U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数组中储存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A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一步到点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B,C,D,E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的距离（若一步不能到则令为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∞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）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  <a:sym typeface="+mn-ea"/>
              </a:rPr>
              <a:t>D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ijkstra算法</a:t>
            </a:r>
            <a:endParaRPr lang="zh-CN" altLang="en-US"/>
          </a:p>
        </p:txBody>
      </p:sp>
      <p:pic>
        <p:nvPicPr>
          <p:cNvPr id="5" name="图片 4" descr="截屏2020-04-2219.44.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1415" y="1691005"/>
            <a:ext cx="7328535" cy="34417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  <a:sym typeface="+mn-ea"/>
              </a:rPr>
              <a:t>D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ijkstra算法</a:t>
            </a:r>
            <a:endParaRPr lang="zh-CN" altLang="en-US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1504315" y="5300980"/>
            <a:ext cx="9184005" cy="117221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第一步，取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U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中距离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A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最近的点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D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，则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A-&gt;D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的最短距离即为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U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中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  <a:sym typeface="+mn-ea"/>
              </a:rPr>
              <a:t>A-&gt;D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距离（因为若中转某个点，显然距离更长）</a:t>
            </a:r>
            <a:endParaRPr lang="zh-CN" altLang="en-US">
              <a:latin typeface="微软雅黑" panose="020B0703020204020201" charset="-122"/>
              <a:ea typeface="微软雅黑" panose="020B07030202040202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更新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  <a:sym typeface="+mn-ea"/>
              </a:rPr>
              <a:t>U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表数据，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  <a:sym typeface="+mn-ea"/>
              </a:rPr>
              <a:t>A-&gt;D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再一步到点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  <a:sym typeface="+mn-ea"/>
              </a:rPr>
              <a:t>B,C,D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的距离之和</a:t>
            </a:r>
            <a:endParaRPr lang="zh-CN" altLang="en-US">
              <a:latin typeface="微软雅黑" panose="020B0703020204020201" charset="-122"/>
              <a:ea typeface="微软雅黑" panose="020B0703020204020201" charset="-122"/>
              <a:sym typeface="+mn-ea"/>
            </a:endParaRPr>
          </a:p>
        </p:txBody>
      </p:sp>
      <p:pic>
        <p:nvPicPr>
          <p:cNvPr id="6" name="图片 5" descr="截屏2020-04-2219.48.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1415" y="1708150"/>
            <a:ext cx="7328535" cy="34417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  <a:sym typeface="+mn-ea"/>
              </a:rPr>
              <a:t>D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ijkstra算法</a:t>
            </a:r>
            <a:endParaRPr lang="zh-CN" altLang="en-US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1677670" y="5551805"/>
            <a:ext cx="8836025" cy="10255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第二步，取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U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中数据最小的点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B/C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则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  <a:sym typeface="+mn-ea"/>
              </a:rPr>
              <a:t>A-&gt;B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的最短距离等于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  <a:sym typeface="+mn-ea"/>
              </a:rPr>
              <a:t>A-&gt;D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的距离加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  <a:sym typeface="+mn-ea"/>
              </a:rPr>
              <a:t>D-&gt;B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的距离</a:t>
            </a:r>
            <a:endParaRPr lang="zh-CN" altLang="en-US">
              <a:latin typeface="微软雅黑" panose="020B0703020204020201" charset="-122"/>
              <a:ea typeface="微软雅黑" panose="020B0703020204020201" charset="-122"/>
              <a:sym typeface="+mn-ea"/>
            </a:endParaRPr>
          </a:p>
        </p:txBody>
      </p:sp>
      <p:pic>
        <p:nvPicPr>
          <p:cNvPr id="2" name="图片 1" descr="截屏2020-04-2219.50.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050" y="1691005"/>
            <a:ext cx="7328535" cy="34417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  <a:sym typeface="+mn-ea"/>
              </a:rPr>
              <a:t>D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ijkstra算法</a:t>
            </a:r>
            <a:endParaRPr lang="zh-CN" altLang="en-US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1899920" y="5132705"/>
            <a:ext cx="8613775" cy="166624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第二步，取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  <a:sym typeface="+mn-ea"/>
              </a:rPr>
              <a:t>U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中数据最小的点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  <a:sym typeface="+mn-ea"/>
              </a:rPr>
              <a:t>B/C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则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  <a:sym typeface="+mn-ea"/>
              </a:rPr>
              <a:t>A-&gt;C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的最短距离等于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  <a:sym typeface="+mn-ea"/>
              </a:rPr>
              <a:t>A-&gt;D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的距离加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  <a:sym typeface="+mn-ea"/>
              </a:rPr>
              <a:t>D-&gt;C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的距离</a:t>
            </a:r>
            <a:endParaRPr lang="zh-CN" altLang="en-US">
              <a:latin typeface="微软雅黑" panose="020B0703020204020201" charset="-122"/>
              <a:ea typeface="微软雅黑" panose="020B0703020204020201" charset="-122"/>
              <a:sym typeface="+mn-ea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更新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  <a:sym typeface="+mn-ea"/>
              </a:rPr>
              <a:t>U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中数据</a:t>
            </a:r>
            <a:endParaRPr lang="zh-CN" altLang="en-US">
              <a:latin typeface="微软雅黑" panose="020B0703020204020201" charset="-122"/>
              <a:ea typeface="微软雅黑" panose="020B0703020204020201" charset="-122"/>
              <a:sym typeface="+mn-ea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由于只有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  <a:sym typeface="+mn-ea"/>
              </a:rPr>
              <a:t>C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能一步到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  <a:sym typeface="+mn-ea"/>
              </a:rPr>
              <a:t>E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，则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  <a:sym typeface="+mn-ea"/>
              </a:rPr>
              <a:t>A-&gt;E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的距离为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  <a:sym typeface="+mn-ea"/>
              </a:rPr>
              <a:t>A-&gt;D,D-&gt;C,C-&gt;E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的距离之和</a:t>
            </a:r>
            <a:endParaRPr lang="zh-CN" altLang="en-US">
              <a:latin typeface="微软雅黑" panose="020B0703020204020201" charset="-122"/>
              <a:ea typeface="微软雅黑" panose="020B0703020204020201" charset="-122"/>
              <a:sym typeface="+mn-ea"/>
            </a:endParaRPr>
          </a:p>
        </p:txBody>
      </p:sp>
      <p:pic>
        <p:nvPicPr>
          <p:cNvPr id="3" name="图片 2" descr="截屏2020-04-2219.54.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1415" y="1691005"/>
            <a:ext cx="7328535" cy="34417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  <a:sym typeface="+mn-ea"/>
              </a:rPr>
              <a:t>D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ijkstra算法</a:t>
            </a:r>
            <a:endParaRPr lang="zh-CN" altLang="en-US"/>
          </a:p>
        </p:txBody>
      </p:sp>
      <p:pic>
        <p:nvPicPr>
          <p:cNvPr id="2" name="图片 1" descr="截屏2020-04-2219.54.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1415" y="1691005"/>
            <a:ext cx="7328535" cy="344170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1899920" y="5527040"/>
            <a:ext cx="8392795" cy="9264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第三步，取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U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中最小的点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E</a:t>
            </a:r>
            <a:endParaRPr lang="en-US" altLang="zh-CN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A-&gt;E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的最短距离为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A-&gt;D,D-&gt;C,C-&gt;E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的最短距离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048510"/>
            <a:ext cx="10515600" cy="2761615"/>
          </a:xfrm>
        </p:spPr>
        <p:txBody>
          <a:bodyPr/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1.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在没有障碍物、没有地形移动消耗差异时，首选贪婪算法。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2.当需要知道地图上某个点到所有其他点的最短路径，或者反过来，地图上所有点到某个点的最短路径时，选择广度优先算法（各区块移动消耗相同）或Dijkstra算法（各区块移动消耗不同）。</a:t>
            </a:r>
            <a:endParaRPr lang="en-US" altLang="zh-CN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3.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在一般情况下，使用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A*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算法总是正确的。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2039</Words>
  <Application>WPS 演示</Application>
  <PresentationFormat>宽屏</PresentationFormat>
  <Paragraphs>151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Arial</vt:lpstr>
      <vt:lpstr>方正书宋_GBK</vt:lpstr>
      <vt:lpstr>Wingdings</vt:lpstr>
      <vt:lpstr>微软雅黑</vt:lpstr>
      <vt:lpstr>Arial Black</vt:lpstr>
      <vt:lpstr>Calibri</vt:lpstr>
      <vt:lpstr>宋体</vt:lpstr>
      <vt:lpstr>Arial Unicode MS</vt:lpstr>
      <vt:lpstr>汉仪书宋二KW</vt:lpstr>
      <vt:lpstr>Calibri Light</vt:lpstr>
      <vt:lpstr>Helvetica Neue</vt:lpstr>
      <vt:lpstr>Office 主题</vt:lpstr>
      <vt:lpstr>寻路算法</vt:lpstr>
      <vt:lpstr>参考</vt:lpstr>
      <vt:lpstr>PowerPoint 演示文稿</vt:lpstr>
      <vt:lpstr>最好优先贪婪算法 </vt:lpstr>
      <vt:lpstr>两种距离</vt:lpstr>
      <vt:lpstr>贪婪算法不一定得到最优解</vt:lpstr>
      <vt:lpstr>贪婪算法不一定得到最优解</vt:lpstr>
      <vt:lpstr>贪婪算法不一定得到最优解</vt:lpstr>
      <vt:lpstr>贪婪寻路算法</vt:lpstr>
      <vt:lpstr>贪婪寻路算法</vt:lpstr>
      <vt:lpstr>贪婪寻路算法</vt:lpstr>
      <vt:lpstr>贪婪寻路算法</vt:lpstr>
      <vt:lpstr>贪婪寻路算法</vt:lpstr>
      <vt:lpstr>贪婪寻路算法</vt:lpstr>
      <vt:lpstr>广度优先搜索（BFS）</vt:lpstr>
      <vt:lpstr>广度优先搜索（BFS）</vt:lpstr>
      <vt:lpstr>广度优先搜索（BFS）</vt:lpstr>
      <vt:lpstr>广度优先搜索（BFS）</vt:lpstr>
      <vt:lpstr>Dijkstra算法</vt:lpstr>
      <vt:lpstr>Dijkstra算法</vt:lpstr>
      <vt:lpstr>Dijkstra算法</vt:lpstr>
      <vt:lpstr>Dijkstra算法</vt:lpstr>
      <vt:lpstr>Dijkstra算法</vt:lpstr>
      <vt:lpstr>Dijkstra算法</vt:lpstr>
      <vt:lpstr>Dijkstra算法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yiyujie</cp:lastModifiedBy>
  <cp:revision>4</cp:revision>
  <dcterms:created xsi:type="dcterms:W3CDTF">2020-04-22T13:11:21Z</dcterms:created>
  <dcterms:modified xsi:type="dcterms:W3CDTF">2020-04-22T13:11:21Z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2052-1.1.0.1454</vt:lpwstr>
  </property>
</Properties>
</file>